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7" r:id="rId4"/>
    <p:sldId id="260" r:id="rId5"/>
    <p:sldId id="261" r:id="rId6"/>
    <p:sldId id="271" r:id="rId7"/>
    <p:sldId id="269" r:id="rId8"/>
    <p:sldId id="270" r:id="rId9"/>
    <p:sldId id="264" r:id="rId10"/>
    <p:sldId id="262" r:id="rId11"/>
  </p:sldIdLst>
  <p:sldSz cx="12192000" cy="6858000"/>
  <p:notesSz cx="6858000" cy="9144000"/>
  <p:embeddedFontLst>
    <p:embeddedFont>
      <p:font typeface="Poppins" charset="0"/>
      <p:regular r:id="rId13"/>
      <p:bold r:id="rId14"/>
      <p:italic r:id="rId15"/>
      <p:boldItalic r:id="rId16"/>
    </p:embeddedFont>
    <p:embeddedFont>
      <p:font typeface="Lato" charset="0"/>
      <p:regular r:id="rId17"/>
      <p:bold r:id="rId18"/>
      <p:italic r:id="rId19"/>
      <p:boldItalic r:id="rId20"/>
    </p:embeddedFont>
    <p:embeddedFont>
      <p:font typeface="Calibri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753FC9-6569-4E08-9E51-C7C9316C1BA2}">
  <a:tblStyle styleId="{04753FC9-6569-4E08-9E51-C7C9316C1B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754" y="-12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="" xmlns:a16="http://schemas.microsoft.com/office/drawing/2014/main" id="{5FC8CFD1-B68A-B3DA-97F3-CB462DFF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="" xmlns:a16="http://schemas.microsoft.com/office/drawing/2014/main" id="{1AA277A8-7CD8-BB16-0568-2A478BDC2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="" xmlns:a16="http://schemas.microsoft.com/office/drawing/2014/main" id="{E0AD2980-DF78-6E9F-EBA3-8ABBD5F67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213770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328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555069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EV Charging Station Booking System</a:t>
            </a:r>
            <a:endParaRPr dirty="0"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3977" y="28575"/>
            <a:ext cx="5858023" cy="693289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1336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657475"/>
            <a:ext cx="528637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design and implement a system  to manage multiple EV charging stations, handle slot bookings fairly, and allow users to find nearest available statio</a:t>
            </a:r>
            <a:r>
              <a:rPr lang="en-US" sz="13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ns.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60615" y="3776981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43508" y="4158565"/>
            <a:ext cx="549339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project demonstrates an EV Charging Station network . It uses a queue-based </a:t>
            </a: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manage vehicle bookings fairly, ensuring a "first-in, first-out" process for available slots. The system allows users to find available stations by city </a:t>
            </a:r>
            <a:endParaRPr lang="en-US" sz="1350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45307" y="5583168"/>
            <a:ext cx="55506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809625" y="6286500"/>
            <a:ext cx="50935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UDAYESWAR SEERAMA</a:t>
            </a: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– PES2UG24CS5</a:t>
            </a: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 sz="16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09625" y="6583085"/>
            <a:ext cx="48509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SRIKANTH V REDDY– PES2UG24CS519</a:t>
            </a:r>
            <a:endParaRPr lang="en-US" dirty="0" smtClean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7486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37966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684466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687262" y="5985654"/>
            <a:ext cx="40030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THAI RISHI SARAN DATTA– PES2UG24CS560 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4037"/>
            <a:ext cx="34290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824037"/>
            <a:ext cx="34290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824037"/>
            <a:ext cx="342900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065847" y="2833687"/>
            <a:ext cx="24403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Queue (Array-Based)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3462337"/>
            <a:ext cx="283845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Used for: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`bookingqueue` inside each `Station` struct.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Reason: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Ensures a First-In, First-Out (FIFO) process. This is the fairest method to manage vehicle bookings for a limited number of charging slots.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200888" y="2833687"/>
            <a:ext cx="179022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Array of Structs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76775" y="3462337"/>
            <a:ext cx="283845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Used for: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primary container `Station stations[MAX]` to hold all station objects.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Reason: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Provides simple, O(1) time complexity for accessing any station object using its ID (which corresponds to the array index).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910875" y="2833687"/>
            <a:ext cx="19902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Graphs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8486775" y="3462337"/>
            <a:ext cx="2838450" cy="2190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Used for: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 err="1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Ajdacency</a:t>
            </a: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matrix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[MAX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][MAX]` to represent the network of stations. </a:t>
            </a: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Also to find nearest station(BFS)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Reason: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Chosen to map connections between stations. Future scope includes using 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BFS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a true "nearest station" search.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138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138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13836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 Structures Used &amp; Reason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5C84C7B-E1D2-5AED-88F7-36C122B4641F}"/>
              </a:ext>
            </a:extLst>
          </p:cNvPr>
          <p:cNvSpPr/>
          <p:nvPr/>
        </p:nvSpPr>
        <p:spPr>
          <a:xfrm>
            <a:off x="1065847" y="1357312"/>
            <a:ext cx="6269749" cy="363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data structure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5102DF4-1193-2301-5343-AD48E2C319FF}"/>
              </a:ext>
            </a:extLst>
          </p:cNvPr>
          <p:cNvSpPr/>
          <p:nvPr/>
        </p:nvSpPr>
        <p:spPr>
          <a:xfrm>
            <a:off x="8405483" y="1308538"/>
            <a:ext cx="3001032" cy="370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Non-Linear</a:t>
            </a:r>
            <a:endParaRPr lang="en-IN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>
          <a:extLst>
            <a:ext uri="{FF2B5EF4-FFF2-40B4-BE49-F238E27FC236}">
              <a16:creationId xmlns="" xmlns:a16="http://schemas.microsoft.com/office/drawing/2014/main" id="{99731CD9-D66D-E539-F915-24C06C65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>
            <a:extLst>
              <a:ext uri="{FF2B5EF4-FFF2-40B4-BE49-F238E27FC236}">
                <a16:creationId xmlns="" xmlns:a16="http://schemas.microsoft.com/office/drawing/2014/main" id="{EDEC091B-84A7-F944-7FD7-F824703AE2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5">
            <a:extLst>
              <a:ext uri="{FF2B5EF4-FFF2-40B4-BE49-F238E27FC236}">
                <a16:creationId xmlns="" xmlns:a16="http://schemas.microsoft.com/office/drawing/2014/main" id="{C33B483B-A2F0-2183-F662-E475253A6A5A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627023625"/>
              </p:ext>
            </p:extLst>
          </p:nvPr>
        </p:nvGraphicFramePr>
        <p:xfrm>
          <a:off x="552449" y="1643556"/>
          <a:ext cx="11068050" cy="3371355"/>
        </p:xfrm>
        <a:graphic>
          <a:graphicData uri="http://schemas.openxmlformats.org/drawingml/2006/table">
            <a:tbl>
              <a:tblPr firstRow="1" bandRow="1">
                <a:tableStyleId>{04753FC9-6569-4E08-9E51-C7C9316C1BA2}</a:tableStyleId>
              </a:tblPr>
              <a:tblGrid>
                <a:gridCol w="151097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705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865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59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sym typeface="Poppins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sym typeface="Poppins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sym typeface="Poppins"/>
                        </a:rPr>
                        <a:t>Algorithm Summary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59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475569"/>
                          </a:solidFill>
                          <a:sym typeface="Lato"/>
                        </a:rPr>
                        <a:t>initqueue(q)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Initializes a new empty queue.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Sets front and rear to -1.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78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475569"/>
                          </a:solidFill>
                          <a:sym typeface="Lato"/>
                        </a:rPr>
                        <a:t>isFull(q)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Checks if the queue has reached max capacity.</a:t>
                      </a:r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475569"/>
                          </a:solidFill>
                          <a:sym typeface="Lato"/>
                        </a:rPr>
                        <a:t>Returns true if rear == MAX - 1.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59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475569"/>
                          </a:solidFill>
                          <a:sym typeface="Lato"/>
                        </a:rPr>
                        <a:t>isEmpty(q)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Checks if the queue has no elements.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Returns true if front == -1.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78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475569"/>
                          </a:solidFill>
                          <a:sym typeface="Lato"/>
                        </a:rPr>
                        <a:t>enqueue(q, val)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Adds a </a:t>
                      </a:r>
                      <a:r>
                        <a:rPr lang="en-US" sz="1200" b="0" u="none" strike="noStrike" cap="none" dirty="0" err="1">
                          <a:solidFill>
                            <a:srgbClr val="475569"/>
                          </a:solidFill>
                          <a:sym typeface="Lato"/>
                        </a:rPr>
                        <a:t>vehicleID</a:t>
                      </a: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 to the rear of the queue.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Increments rear, adds </a:t>
                      </a:r>
                      <a:r>
                        <a:rPr lang="en-US" sz="1200" b="0" u="none" strike="noStrike" cap="none" dirty="0" err="1">
                          <a:solidFill>
                            <a:srgbClr val="475569"/>
                          </a:solidFill>
                          <a:sym typeface="Lato"/>
                        </a:rPr>
                        <a:t>val</a:t>
                      </a: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 to items[rear]. Handles front initialization if it's the first element.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78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dequeue(q)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Removes a </a:t>
                      </a:r>
                      <a:r>
                        <a:rPr lang="en-US" sz="1200" b="0" u="none" strike="noStrike" cap="none" dirty="0" err="1">
                          <a:solidFill>
                            <a:srgbClr val="475569"/>
                          </a:solidFill>
                          <a:sym typeface="Lato"/>
                        </a:rPr>
                        <a:t>vehicleID</a:t>
                      </a: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 from the front of the queue.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Gets </a:t>
                      </a:r>
                      <a:r>
                        <a:rPr lang="en-US" sz="1200" b="0" u="none" strike="noStrike" cap="none" dirty="0" err="1">
                          <a:solidFill>
                            <a:srgbClr val="475569"/>
                          </a:solidFill>
                          <a:sym typeface="Lato"/>
                        </a:rPr>
                        <a:t>val</a:t>
                      </a:r>
                      <a:r>
                        <a:rPr lang="en-US" sz="1200" b="0" u="none" strike="noStrike" cap="none" dirty="0">
                          <a:solidFill>
                            <a:srgbClr val="475569"/>
                          </a:solidFill>
                          <a:sym typeface="Lato"/>
                        </a:rPr>
                        <a:t> from items[front], increments front. Resets queue if front &gt; rear.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Google Shape;122;p15">
            <a:extLst>
              <a:ext uri="{FF2B5EF4-FFF2-40B4-BE49-F238E27FC236}">
                <a16:creationId xmlns="" xmlns:a16="http://schemas.microsoft.com/office/drawing/2014/main" id="{82B3199F-F23B-6442-F714-4E5A97B392D5}"/>
              </a:ext>
            </a:extLst>
          </p:cNvPr>
          <p:cNvSpPr/>
          <p:nvPr/>
        </p:nvSpPr>
        <p:spPr>
          <a:xfrm>
            <a:off x="571500" y="2566987"/>
            <a:ext cx="150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>
            <a:extLst>
              <a:ext uri="{FF2B5EF4-FFF2-40B4-BE49-F238E27FC236}">
                <a16:creationId xmlns="" xmlns:a16="http://schemas.microsoft.com/office/drawing/2014/main" id="{059F6946-BB50-AAD6-BAEE-A150AAA02CFF}"/>
              </a:ext>
            </a:extLst>
          </p:cNvPr>
          <p:cNvSpPr/>
          <p:nvPr/>
        </p:nvSpPr>
        <p:spPr>
          <a:xfrm>
            <a:off x="2079873" y="2566987"/>
            <a:ext cx="3464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>
            <a:extLst>
              <a:ext uri="{FF2B5EF4-FFF2-40B4-BE49-F238E27FC236}">
                <a16:creationId xmlns="" xmlns:a16="http://schemas.microsoft.com/office/drawing/2014/main" id="{B1CE5DF6-0E03-F1FA-4EA9-881E99D7DE1B}"/>
              </a:ext>
            </a:extLst>
          </p:cNvPr>
          <p:cNvSpPr/>
          <p:nvPr/>
        </p:nvSpPr>
        <p:spPr>
          <a:xfrm>
            <a:off x="5544442" y="2566987"/>
            <a:ext cx="6076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>
            <a:extLst>
              <a:ext uri="{FF2B5EF4-FFF2-40B4-BE49-F238E27FC236}">
                <a16:creationId xmlns="" xmlns:a16="http://schemas.microsoft.com/office/drawing/2014/main" id="{F2C94D9D-E220-736B-0A2C-2F7B0DFFE4CF}"/>
              </a:ext>
            </a:extLst>
          </p:cNvPr>
          <p:cNvSpPr/>
          <p:nvPr/>
        </p:nvSpPr>
        <p:spPr>
          <a:xfrm>
            <a:off x="571500" y="3119437"/>
            <a:ext cx="150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>
            <a:extLst>
              <a:ext uri="{FF2B5EF4-FFF2-40B4-BE49-F238E27FC236}">
                <a16:creationId xmlns="" xmlns:a16="http://schemas.microsoft.com/office/drawing/2014/main" id="{E0A00B0E-5328-BA9E-B568-440A7544D11B}"/>
              </a:ext>
            </a:extLst>
          </p:cNvPr>
          <p:cNvSpPr/>
          <p:nvPr/>
        </p:nvSpPr>
        <p:spPr>
          <a:xfrm>
            <a:off x="2079873" y="3119437"/>
            <a:ext cx="3464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>
            <a:extLst>
              <a:ext uri="{FF2B5EF4-FFF2-40B4-BE49-F238E27FC236}">
                <a16:creationId xmlns="" xmlns:a16="http://schemas.microsoft.com/office/drawing/2014/main" id="{EE4FB122-941E-6E92-4DA3-5594C9FD5888}"/>
              </a:ext>
            </a:extLst>
          </p:cNvPr>
          <p:cNvSpPr/>
          <p:nvPr/>
        </p:nvSpPr>
        <p:spPr>
          <a:xfrm>
            <a:off x="5544442" y="3119437"/>
            <a:ext cx="6076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="" xmlns:a16="http://schemas.microsoft.com/office/drawing/2014/main" id="{0D020F99-6622-AFA8-49A2-98230C6CE3E5}"/>
              </a:ext>
            </a:extLst>
          </p:cNvPr>
          <p:cNvSpPr/>
          <p:nvPr/>
        </p:nvSpPr>
        <p:spPr>
          <a:xfrm>
            <a:off x="571500" y="3671887"/>
            <a:ext cx="150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>
            <a:extLst>
              <a:ext uri="{FF2B5EF4-FFF2-40B4-BE49-F238E27FC236}">
                <a16:creationId xmlns="" xmlns:a16="http://schemas.microsoft.com/office/drawing/2014/main" id="{E4DA33C3-2A5C-6591-39B3-4E02CC08F22D}"/>
              </a:ext>
            </a:extLst>
          </p:cNvPr>
          <p:cNvSpPr/>
          <p:nvPr/>
        </p:nvSpPr>
        <p:spPr>
          <a:xfrm>
            <a:off x="2079873" y="3671887"/>
            <a:ext cx="3464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>
            <a:extLst>
              <a:ext uri="{FF2B5EF4-FFF2-40B4-BE49-F238E27FC236}">
                <a16:creationId xmlns="" xmlns:a16="http://schemas.microsoft.com/office/drawing/2014/main" id="{77587CF7-0A74-AB00-1273-417307E3E1E5}"/>
              </a:ext>
            </a:extLst>
          </p:cNvPr>
          <p:cNvSpPr/>
          <p:nvPr/>
        </p:nvSpPr>
        <p:spPr>
          <a:xfrm>
            <a:off x="5544442" y="3671887"/>
            <a:ext cx="6076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>
            <a:extLst>
              <a:ext uri="{FF2B5EF4-FFF2-40B4-BE49-F238E27FC236}">
                <a16:creationId xmlns="" xmlns:a16="http://schemas.microsoft.com/office/drawing/2014/main" id="{B194CD14-3A96-56C5-3C6A-D62E873A3D31}"/>
              </a:ext>
            </a:extLst>
          </p:cNvPr>
          <p:cNvSpPr/>
          <p:nvPr/>
        </p:nvSpPr>
        <p:spPr>
          <a:xfrm>
            <a:off x="571500" y="4224337"/>
            <a:ext cx="150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>
            <a:extLst>
              <a:ext uri="{FF2B5EF4-FFF2-40B4-BE49-F238E27FC236}">
                <a16:creationId xmlns="" xmlns:a16="http://schemas.microsoft.com/office/drawing/2014/main" id="{6F98F715-CF89-D45B-EB4A-0923C31C5F6D}"/>
              </a:ext>
            </a:extLst>
          </p:cNvPr>
          <p:cNvSpPr/>
          <p:nvPr/>
        </p:nvSpPr>
        <p:spPr>
          <a:xfrm>
            <a:off x="2079873" y="4224337"/>
            <a:ext cx="3464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>
            <a:extLst>
              <a:ext uri="{FF2B5EF4-FFF2-40B4-BE49-F238E27FC236}">
                <a16:creationId xmlns="" xmlns:a16="http://schemas.microsoft.com/office/drawing/2014/main" id="{6604386C-28DF-9DF7-6D8B-F7D7C9EDC0A5}"/>
              </a:ext>
            </a:extLst>
          </p:cNvPr>
          <p:cNvSpPr/>
          <p:nvPr/>
        </p:nvSpPr>
        <p:spPr>
          <a:xfrm>
            <a:off x="5544442" y="4224337"/>
            <a:ext cx="6076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>
            <a:extLst>
              <a:ext uri="{FF2B5EF4-FFF2-40B4-BE49-F238E27FC236}">
                <a16:creationId xmlns="" xmlns:a16="http://schemas.microsoft.com/office/drawing/2014/main" id="{EADE4E7C-B04B-62C3-9208-94496D2B3730}"/>
              </a:ext>
            </a:extLst>
          </p:cNvPr>
          <p:cNvSpPr/>
          <p:nvPr/>
        </p:nvSpPr>
        <p:spPr>
          <a:xfrm>
            <a:off x="571500" y="5014912"/>
            <a:ext cx="150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>
            <a:extLst>
              <a:ext uri="{FF2B5EF4-FFF2-40B4-BE49-F238E27FC236}">
                <a16:creationId xmlns="" xmlns:a16="http://schemas.microsoft.com/office/drawing/2014/main" id="{0BF5E048-5B48-F7F9-34A8-894E8BC03154}"/>
              </a:ext>
            </a:extLst>
          </p:cNvPr>
          <p:cNvSpPr/>
          <p:nvPr/>
        </p:nvSpPr>
        <p:spPr>
          <a:xfrm>
            <a:off x="2079873" y="5014912"/>
            <a:ext cx="3464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="" xmlns:a16="http://schemas.microsoft.com/office/drawing/2014/main" id="{728CF7D2-3B91-B21D-375C-7D40B2A954B4}"/>
              </a:ext>
            </a:extLst>
          </p:cNvPr>
          <p:cNvSpPr/>
          <p:nvPr/>
        </p:nvSpPr>
        <p:spPr>
          <a:xfrm>
            <a:off x="5544442" y="5014912"/>
            <a:ext cx="6076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>
            <a:extLst>
              <a:ext uri="{FF2B5EF4-FFF2-40B4-BE49-F238E27FC236}">
                <a16:creationId xmlns="" xmlns:a16="http://schemas.microsoft.com/office/drawing/2014/main" id="{AA3D3293-BCD7-9F0D-5AA0-75040E89BEF4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Queue (for Booking System)</a:t>
            </a:r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7415473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17621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Adding &amp; Displaying Stations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2669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provides functions to build and monitor the station network: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57250" y="29718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loadDefaultStations()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Automatically called at startup to populate the system with 5 initial stations across 3 cities for testing.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57250" y="3638550"/>
            <a:ext cx="500062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addStation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() (Option 1)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Allows the user to manually add a new station, specifying its name, city, and total slot 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capacity .Also user should enter city that he want to connect a new city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8200" y="4562475"/>
            <a:ext cx="500062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displayStations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() (Option 5)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Shows a complete, formatted list of all added stations, their details, and the current number of vehicles in their booking queue.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Implemented Functionalities (1/2)</a:t>
            </a:r>
            <a:endParaRPr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94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61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577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389733D-E896-6779-30EB-9E30FC873E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76"/>
          <a:stretch>
            <a:fillRect/>
          </a:stretch>
        </p:blipFill>
        <p:spPr>
          <a:xfrm>
            <a:off x="6255543" y="1430720"/>
            <a:ext cx="5155201" cy="513955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33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6334125" y="17621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Booking &amp; Finding Stations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334125" y="22669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 user interactions are handled by these functions: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01214" y="2723956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bookSlot() (Option 2)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A user provides a Station ID and a Vehicle ID. The system then enqueues the vehicle at that station.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19875" y="3390900"/>
            <a:ext cx="500062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cancelBooking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() (Option 3)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A user provides a Station ID. The system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dequeues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vehicle from the front of that station's queue, respecting the FIFO order.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19875" y="4324350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findneareststation</a:t>
            </a:r>
            <a:r>
              <a:rPr lang="en-US" sz="1350" b="1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()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(Option 4)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The user enters a city name. The system </a:t>
            </a: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searches it by using breadth first search(BFS) algorithm which we use in graphs(non-linear) and display near stations based on availability. </a:t>
            </a:r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Implemented Functionalities (2/2)</a:t>
            </a:r>
            <a:endParaRPr dirty="0"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622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385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371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 descr="Queue – Find Todays Note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3568" y="1547035"/>
            <a:ext cx="5713380" cy="1619251"/>
          </a:xfrm>
          <a:prstGeom prst="rect">
            <a:avLst/>
          </a:prstGeom>
          <a:noFill/>
        </p:spPr>
      </p:pic>
      <p:sp>
        <p:nvSpPr>
          <p:cNvPr id="8196" name="AutoShape 4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8" name="AutoShape 6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0" name="AutoShape 8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2" name="AutoShape 10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4" name="AutoShape 12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6" name="AutoShape 14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8" name="AutoShape 16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0" name="AutoShape 18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2" name="AutoShape 20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4" name="AutoShape 22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6" name="AutoShape 24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8" name="AutoShape 26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0" name="AutoShape 28" descr="BFS (Breadth-First Search)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21" name="Picture 29"/>
          <p:cNvPicPr>
            <a:picLocks noChangeAspect="1" noChangeArrowheads="1"/>
          </p:cNvPicPr>
          <p:nvPr/>
        </p:nvPicPr>
        <p:blipFill>
          <a:blip r:embed="rId6"/>
          <a:srcRect t="20100" r="-334"/>
          <a:stretch>
            <a:fillRect/>
          </a:stretch>
        </p:blipFill>
        <p:spPr bwMode="auto">
          <a:xfrm>
            <a:off x="896631" y="3779520"/>
            <a:ext cx="4620249" cy="245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8663C7-0D8C-E9C0-4620-639E8DAB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 smtClean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 screenshots</a:t>
            </a:r>
            <a:endParaRPr lang="en-IN" sz="3000"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5720" y="819377"/>
            <a:ext cx="4740275" cy="579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2262" y="783772"/>
            <a:ext cx="6014571" cy="5823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624760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044" y="211334"/>
            <a:ext cx="4574042" cy="637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43220" y="283028"/>
            <a:ext cx="4396921" cy="632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277763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0550" y="308202"/>
            <a:ext cx="5359604" cy="6223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6034" y="283708"/>
            <a:ext cx="5243966" cy="629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295572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5EFE0DAA-A2AD-F800-B37B-C34CF304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 smtClean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</a:t>
            </a:r>
            <a:endParaRPr lang="en-IN" sz="3000"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142" y="1153656"/>
            <a:ext cx="3396116" cy="5508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22257" y="1175657"/>
            <a:ext cx="4092802" cy="5540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26" y="1104900"/>
            <a:ext cx="3439123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5352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080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7244"/>
            <a:ext cx="5286375" cy="3795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7244"/>
            <a:ext cx="5286375" cy="379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962025" y="239776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Concluding Remarks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724650" y="239776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Division of Work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247775" y="2921644"/>
            <a:ext cx="42195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project successfully implements a core booking system for EV charging stations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using data structures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247775" y="3491061"/>
            <a:ext cx="4219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efficiently manages multiple stations and ensures a fair, FIFO booking process.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247775" y="4060477"/>
            <a:ext cx="42195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array-of-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design allows for easy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expansion.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226004" y="4423065"/>
            <a:ext cx="42195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Future enhancements could include implementing the initialized graph for a true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BFS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"nearest station" feature, rather than just a city-based search.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058025" y="2921644"/>
            <a:ext cx="417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MEMBER </a:t>
            </a:r>
            <a:r>
              <a:rPr lang="en-US" sz="1200" b="1" dirty="0" smtClean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1-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Implemented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findNearestStationByCity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displayStations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(Search &amp; Display logic).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058025" y="3736776"/>
            <a:ext cx="417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MEMBER </a:t>
            </a:r>
            <a:r>
              <a:rPr lang="en-US" sz="1200" b="1" dirty="0" smtClean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2-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Developed the core Queue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200" b="0" i="0" u="none" strike="noStrike" cap="none" dirty="0" err="1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enqueue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200" b="0" i="0" u="none" strike="noStrike" cap="none" dirty="0" err="1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dequeue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and the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bookSlot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cancelBooking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functionalities.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058025" y="4551908"/>
            <a:ext cx="417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MEMBER </a:t>
            </a:r>
            <a:r>
              <a:rPr lang="en-US" sz="1200" b="1" dirty="0" smtClean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3-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Station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function and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documentation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.(PPT)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 &amp; Team Work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6926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53868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10810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3797" y="449246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9692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7844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59953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625</Words>
  <Application>Microsoft Office PowerPoint</Application>
  <PresentationFormat>Custom</PresentationFormat>
  <Paragraphs>61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Poppins</vt:lpstr>
      <vt:lpstr>Lato</vt:lpstr>
      <vt:lpstr>Calibri</vt:lpstr>
      <vt:lpstr>Office Theme</vt:lpstr>
      <vt:lpstr>Slide 1</vt:lpstr>
      <vt:lpstr>Slide 2</vt:lpstr>
      <vt:lpstr>Slide 3</vt:lpstr>
      <vt:lpstr>Slide 4</vt:lpstr>
      <vt:lpstr>Slide 5</vt:lpstr>
      <vt:lpstr>Code screenshots</vt:lpstr>
      <vt:lpstr>Slide 7</vt:lpstr>
      <vt:lpstr>Slide 8</vt:lpstr>
      <vt:lpstr>output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DELL</cp:lastModifiedBy>
  <cp:revision>7</cp:revision>
  <dcterms:modified xsi:type="dcterms:W3CDTF">2025-11-14T01:06:27Z</dcterms:modified>
</cp:coreProperties>
</file>